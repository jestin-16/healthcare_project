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1378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HealthCare Pro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Architecture and Implementation of a Professional </a:t>
            </a:r>
          </a:p>
          <a:p>
            <a:r>
              <a:t>Doctor Appointment &amp; Clinical Management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</a:defRPr>
            </a:pPr>
            <a:r>
              <a:t>1. Strategic Analysis &amp; Requirement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rPr sz="1800"/>
              <a:t>Module Identification: Patient Portal, Doctor Dashboard, Nursing Inventory, Admin Control.</a:t>
            </a:r>
          </a:p>
          <a:p>
            <a:r>
              <a:rPr sz="1800"/>
              <a:t>Database Requirements: MySQL Relational Schema for clinical integrity.</a:t>
            </a:r>
          </a:p>
          <a:p>
            <a:r>
              <a:rPr sz="1800"/>
              <a:t>Hosting Strategy: Cloud-based Virtual Private Server (VPS).</a:t>
            </a:r>
          </a:p>
          <a:p>
            <a:r>
              <a:rPr sz="1800"/>
              <a:t>Branding: Domain selection (healthcare.jestin16.dev).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</a:defRPr>
            </a:pPr>
            <a:r>
              <a:t>2. Technology Stack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rPr sz="1800"/>
              <a:t>Backend: Python 3.11+ / Django Framework (MVT).</a:t>
            </a:r>
          </a:p>
          <a:p>
            <a:r>
              <a:rPr sz="1800"/>
              <a:t>Database: MySQL (TiDB Cloud) for production-grade reliability.</a:t>
            </a:r>
          </a:p>
          <a:p>
            <a:r>
              <a:rPr sz="1800"/>
              <a:t>Frontend: HTML5, CSS3 (Vanilla Glassmorphism), JavaScript (AJAX).</a:t>
            </a:r>
          </a:p>
          <a:p>
            <a:r>
              <a:rPr sz="1800"/>
              <a:t>Cloud: AWS EC2 / VPS with Gunicorn &amp; Nginx.</a:t>
            </a:r>
          </a:p>
          <a:p>
            <a:r>
              <a:rPr sz="1800"/>
              <a:t>Domain: Namecheap/GoDaddy for DNS Management.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</a:defRPr>
            </a:pPr>
            <a:r>
              <a:t>3. Database Architecture &amp;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rPr sz="1800"/>
              <a:t>Schema Design: Models for Patients, Doctors, Appointments, and Medicine.</a:t>
            </a:r>
          </a:p>
          <a:p>
            <a:r>
              <a:rPr sz="1800"/>
              <a:t>Connectivity: Integration via django.db.backends.mysql.</a:t>
            </a:r>
          </a:p>
          <a:p>
            <a:r>
              <a:rPr sz="1800"/>
              <a:t>CRUD Demo: Real-time booking, prescription handling, and stock reduction.</a:t>
            </a:r>
          </a:p>
          <a:p>
            <a:r>
              <a:rPr sz="1800"/>
              <a:t>Efficiency: Optimized queries using select_related and db_indexing.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</a:defRPr>
            </a:pPr>
            <a:r>
              <a:t>4. Cloud Hosting &amp; Server Configuration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rPr sz="1800"/>
              <a:t>Infrastructure: Provisioning AWS EC2 / VPS Instance.</a:t>
            </a:r>
          </a:p>
          <a:p>
            <a:r>
              <a:rPr sz="1800"/>
              <a:t>Environment: Python Venv, Django dependencies, and MySQL server.</a:t>
            </a:r>
          </a:p>
          <a:p>
            <a:r>
              <a:rPr sz="1800"/>
              <a:t>Web Server: Gunicorn for WSGI and Nginx as Reverse Proxy.</a:t>
            </a:r>
          </a:p>
          <a:p>
            <a:r>
              <a:rPr sz="1800"/>
              <a:t>Security: SSL (HTTPS) integration and Security Group filtering.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</a:defRPr>
            </a:pPr>
            <a:r>
              <a:t>5. Live Deployment &amp; DNS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rPr sz="1800"/>
              <a:t>URL: https://healthcare.jestin16.dev</a:t>
            </a:r>
          </a:p>
          <a:p>
            <a:r>
              <a:rPr sz="1800"/>
              <a:t>DNS Setup: A-Records and CNAME mapping via Registrar.</a:t>
            </a:r>
          </a:p>
          <a:p>
            <a:r>
              <a:rPr sz="1800"/>
              <a:t>Live Demo: Real-time appointment status updates via AJAX.</a:t>
            </a:r>
          </a:p>
          <a:p>
            <a:r>
              <a:rPr sz="1800"/>
              <a:t>Monitoring: Gunicorn logs and Render/Cloud health checks.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</a:defRPr>
            </a:pPr>
            <a:r>
              <a:t>6. Technical Retrospective &amp;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rPr sz="1800"/>
              <a:t>Workflow: Django MVT Request Lifecycle (URL -&gt; View -&gt; Model -&gt; Template).</a:t>
            </a:r>
          </a:p>
          <a:p>
            <a:r>
              <a:rPr sz="1800"/>
              <a:t>N+1 Resolution: Solving query bottlenecks with select_related.</a:t>
            </a:r>
          </a:p>
          <a:p>
            <a:r>
              <a:rPr sz="1800"/>
              <a:t>Security: CSRF hardening, Secure Cookies, and SSL Redirects.</a:t>
            </a:r>
          </a:p>
          <a:p>
            <a:r>
              <a:rPr sz="1800"/>
              <a:t>Future: Telemedicine integration and AI-based diagnostics.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AD62D8F-11DE-4066-BFCA-17BE931B7088}">
  <we:reference id="wa200005669" version="2.0.0.0" store="en-US" storeType="OMEX"/>
  <we:alternateReferences>
    <we:reference id="WA200005669" version="2.0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338</Words>
  <Application>Microsoft Office PowerPoint</Application>
  <PresentationFormat>On-screen Show (4:3)</PresentationFormat>
  <Paragraphs>40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HealthCare Pro</vt:lpstr>
      <vt:lpstr>1. Strategic Analysis &amp; Requirement Analysis</vt:lpstr>
      <vt:lpstr>2. Technology Stack Implementation</vt:lpstr>
      <vt:lpstr>3. Database Architecture &amp; Integration</vt:lpstr>
      <vt:lpstr>4. Cloud Hosting &amp; Server Configuration</vt:lpstr>
      <vt:lpstr>5. Live Deployment &amp; DNS Workflow</vt:lpstr>
      <vt:lpstr>6. Technical Retrospective &amp; Challenges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Jestin Shaji</cp:lastModifiedBy>
  <cp:revision>2</cp:revision>
  <dcterms:created xsi:type="dcterms:W3CDTF">2013-01-27T09:14:16Z</dcterms:created>
  <dcterms:modified xsi:type="dcterms:W3CDTF">2026-05-07T06:46:32Z</dcterms:modified>
  <cp:category/>
</cp:coreProperties>
</file>